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361688" y="457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N° : </a:t>
            </a:r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18/07/2026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 : </a:t>
            </a:r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jours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647688" cy="0"/>
          </a:xfrm>
          <a:prstGeom prst="line">
            <a:avLst/>
          </a:prstGeom>
          <a:noFill/>
          <a:ln w="19050">
            <a:solidFill>
              <a:srgbClr val="E88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— OBM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&amp; Automatiser · BTP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 : 07 62 00 86 19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contact@christophe-obm.com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SIRET : [à compléter]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1463040"/>
            <a:ext cx="3172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 Rénovation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l'attention de M. Julien Marchand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[Adresse à compléter]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[SIRET client à compléter]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Structuration &amp; Automatisation — accompagnement opérationnel de 3 mois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6647688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95528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Désignation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P.U. 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Intensive (30 jours)
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Structuration des opérations, audit de productivité, cartographie du parcours client, roadmap priorisée et quick wins activables.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Déploiement &amp; pilotage (60 jours)
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place des automatisations (devis, relances, suivi de chantier, facturation), suivi des indicateurs et points de pilotage réguliers.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5 300 €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931920" y="5715000"/>
            <a:ext cx="3172968" cy="0"/>
          </a:xfrm>
          <a:prstGeom prst="line">
            <a:avLst/>
          </a:prstGeom>
          <a:noFill/>
          <a:ln w="9525">
            <a:solidFill>
              <a:srgbClr val="3347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58064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HT</a:t>
            </a:r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7 950 €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31920" y="6099048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non applicable — art. 293 B du CGI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47288" y="6446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À PAYER : </a:t>
            </a:r>
            <a:pPr algn="r" indent="0" marL="0">
              <a:buNone/>
            </a:pPr>
            <a:r>
              <a:rPr lang="en-US" sz="16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7 950 €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94944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Modalités de règlement
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mensuel de 2 650 € pendant 3 mois (Phase 1 puis Phase 2). Acompte éventuel et échéancier à convenir. Devis valable 30 jours à compter de sa date d'émission.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0" y="7955280"/>
            <a:ext cx="2990088" cy="1188720"/>
          </a:xfrm>
          <a:prstGeom prst="roundRect">
            <a:avLst>
              <a:gd name="adj" fmla="val 3846"/>
            </a:avLst>
          </a:prstGeom>
          <a:solidFill>
            <a:srgbClr val="16293B"/>
          </a:solidFill>
          <a:ln w="9525">
            <a:solidFill>
              <a:srgbClr val="3347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8046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pour accord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 et signature du client)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10104120"/>
            <a:ext cx="6647688" cy="0"/>
          </a:xfrm>
          <a:prstGeom prst="line">
            <a:avLst/>
          </a:prstGeom>
          <a:noFill/>
          <a:ln w="9525">
            <a:solidFill>
              <a:srgbClr val="3347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1016812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— OBM  ·  Structurer &amp; Automatiser  ·  07 62 00 86 19  ·  contact@christophe-obm.com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2026-07-18T14:03:48Z</dcterms:created>
  <dcterms:modified xsi:type="dcterms:W3CDTF">2026-07-18T14:03:48Z</dcterms:modified>
</cp:coreProperties>
</file>