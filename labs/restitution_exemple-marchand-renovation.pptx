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</a:t>
            </a:r>
            <a:endParaRPr lang="en-US" sz="3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Marchand Rénovation  •  le 18/07/2026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56692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31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Lachaud - OBM</a:t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• Pilotage opérationnel • Développement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Ce qui existe déjà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🧱  Une entreprise construite sur le terrain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12 ans d'activité en maçonnerie et rénovation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équipe de 4 salariés, renforcée en intérim selon les chantiers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 savoir-faire reconnu localement, du bouche-à-oreille qui tourne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travail, il rentre. C'est pas ça le problème.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📈  Une activité qui ne manque pas de travail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 carnet de commandes plein, environ 450 k€ de CA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demande locale soutenue, particuliers et pros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réputation solide bâtie chantier après chantier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n'es pas au début de ton histoire. Tu as bâti une entreprise solide, avec une équipe et une vraie demande.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Le point de bascule : tout repose sur toi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📉  Tu es devenu le goulot d'étranglement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Les devis, c'est toi, le soir sous Word (2 à 3h chacun)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Le suivi de chantier tient dans ta tête et ton carnet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La facturation attend un moment qui ne vient jamais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devis, je le fais à 22h après les enfants.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⚠  Les premiers signes d'alerte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Environ 40% des devis partent sans jamais être relancés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facturation en retard qui tend la trésorerie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Des soirées et des dimanches avalés par l'administratif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L'activité tourne, mais elle repose entièrement sur toi. Et ça commence à coûter cher, en temps comme en trésorerie.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Ce qui est réellement en train de se jouer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💼  Au-delà de l'administratif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Des devis non relancés, c'est du chiffre d'affaires qui s'évapore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trésorerie tendue qui fragilise la boîte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Aucune visibilité sur la rentabilité réelle par chantier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je pouvais récupérer mes dimanches, ce serait déjà énorme.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😟  Et toi, dans tout ça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60h par semaine, dont une bonne part le soir et le week-end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De l'épuisement, et de la tension à la maison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L'idée d'un secrétariat, mais le coût te freine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dépasse la paperasse. C'est ta capacité à faire tourner ta boîte sans t'y épuiser.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Ce que tu cherches réellement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❤  Rester à ta place : sur le terrain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Continuer à faire ce que tu aimes : le chantier, le métier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Arrêter de subir l'administratif le soir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Retrouver du temps pour ta famille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 que j'aime, c'est être sur le chantier, pas devant l'ordi.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🌿  Ce que tu veux préserver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boîte à taille humaine, que tu maîtrises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La qualité et la relation client qui font ta réputation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Ton indépendance et ta sérénité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tu cherches, ce n'est pas juste plus de chiffre. C'est reprendre le contrôle de ton temps sans sacrifier ce que tu aimes.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L'équation difficile à résoudre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🚫  Ce que tu refuses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Te transformer en administratif à plein temps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usine à gaz que personne n'utilisera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Passer des heures à te former sur un outil compliqué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acheté un logiciel, j'ai jamais réussi à m'en servir.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⚠  Ce qui te freine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« Je suis pas informaticien »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Déjà échaudé : un logiciel acheté, jamais utilisé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Le sentiment de ne pas avoir le temps de t'y mettre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 manques ni d'envie ni de travail. La difficulté, c'est de t'organiser sans y passer tes nuits et sans usine à gaz.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Les arbitrages des prochains mois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🎯  Ce qui devient indispensable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Sortir les devis et les relances de ta tête et de tes soirées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 suivi de chantier simple et centralisé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facturation qui ne prend plus de retard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Il me faut un truc simple, sinon je m'en servirai pas.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❤  Sans renoncer à ce qui fait ta force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Rester sur le terrain, au contact des chantiers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Garder une organisation simple, à ton image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Ne pas alourdir la boîte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prochains mois, c'est faire les bons choix d'organisation, cohérents avec ta façon de bosser.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Le vrai enjeu derrière tout ça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🎯  Tu maîtrises ton métier…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Le chantier, la technique, la relation client : tu gères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Une équipe et un carnet de commandes plein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Tant que c'est moi qui fais tout, ça tient. Mais ça tient à un fil.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🧩  …mais ton organisation repose sur toi seul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Tout passe par ta tête, ton carnet, tes soirées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Aucun système : dès que tu lâches, ça coince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n'as pas besoin de changer de métier. L'enjeu, c'est de sortir l'organisation de ta tête pour qu'elle tourne sans toi.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Pourquoi un regard extérieur fait gagner du temps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🧭  Prendre du recul avant d'agir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Comprendre ce qui fonctionne déjà chez toi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Identifier ce qui te fait vraiment perdre du temps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Trier entre les urgences et les vraies priorités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quelqu'un me met ça en place proprement, je fonce.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🎯  Clarifier pour construire la suite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Choisir les bons outils, simples et adaptés au BTP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Prioriser les premières actions à fort impact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Poser un système qui tient sans que tu sois derrière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regard extérieur ne fait pas le travail à ta place. Il t'aide à clarifier et à installer une organisation qui tient.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Et si Marchand Rénovation tournait sans toi au four et au moulin 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✨  Une entreprise qui roule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Des devis sortis en quelques minutes, plus en 2h le soir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Des relances automatiques : fini les devis oubliés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Un suivi de chantier centralisé, une facturation à jour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Récupérer mes dimanches et voir clair dans mes chantiers, ça change tout. »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❤  Un dirigeant qui reprend la main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Tes soirées et tes dimanches récupérés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Du temps pour le terrain et la famille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De la visibilité sur ta rentabilité, chantier par chantier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: que ta boîte tourne sans t'épuiser, sans renoncer à ce que tu aimes ni à ce qui fait ta force.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L'offre Intensive — Phase 1 (30 jours)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486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A1A1A"/>
                </a:solidFill>
              </a:rPr>
              <a:t>📍  Déroulé sur 30 jours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</a:rPr>
              <a:t>Semaine 1 : Atelier Onboarding (2h) + questionnaire de découverte + canal de communication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</a:rPr>
              <a:t>Semaines 2-3 : Weekly Focus (lundi) &amp; Weekly Reset (vendredi), vision, audit de productivité, flux de revenus, parcours client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</a:rPr>
              <a:t>Semaine 4 : Atelier Restitution (2h), synthèse, plan d'action et roadmap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26480" y="1325880"/>
            <a:ext cx="56692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A1A1A"/>
                </a:solidFill>
              </a:rPr>
              <a:t>📦  Livrables inclus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Synthèse stratégique personnalisée (L'Essentiel)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Vision d'entreprise clarifiée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Audit de productivité (garder / déléguer / systématiser / arrêter)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Évaluation des flux de revenus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Cartographie du parcours client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Roadmap d'action priorisée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Quick wins activables immédiatement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65760" y="5120640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30 jours, on passe d'un développement subi à une direction claire et un plan d'action priorisé.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La prolongation — Phase 2 (60 jours)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14300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📍  Déployer et piloter (60 jours)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Mise en œuvre progressive des actions définies dans la roadmap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Suivi des indicateurs et ajustements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Points de pilotage réguliers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Accompagnement opérationnel dans la durée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Mise en place concrète : devis, relances automatiques, suivi de chantier et facturation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5120640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accompagné jusqu'à ce que la méthode devienne une habitude, pas juste un document rangé dans un tiroir.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Déroulé et investissement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486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📅  Durée de la mission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</a:rPr>
              <a:t>3 mois d'accompagnement opérationnel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</a:rPr>
              <a:t>Phase 1 — Intensive (30 jours)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</a:rPr>
              <a:t>Phase 2 — Déploiement et pilotage (60 jours)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26480" y="1325880"/>
            <a:ext cx="56692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💰  Investissement : 2 650 € / mois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</a:rPr>
              <a:t>Phase 1 (Intensive, 30 jours) : 2 650 €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</a:rPr>
              <a:t>Phase 2 (prolongation, 60 jours) : 5 300 €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</a:rPr>
              <a:t>Soit 7 950 € pour la mission complète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</a:rPr>
              <a:t>Tarifs nets de TVA — TVA non applicable, art. 293 B du CGI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5120640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investissement mensuel prévisible, aligné sur un accompagnement qui installe une méthode durable.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Notre objectif ensemble sur les prochains mois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880360" cy="288036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le contrôle de ton temps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1143000"/>
            <a:ext cx="2880360" cy="2880360"/>
          </a:xfrm>
          <a:prstGeom prst="ellipse">
            <a:avLst/>
          </a:prstGeom>
          <a:solidFill>
            <a:srgbClr val="CBD9C4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qui tourne sans toi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971800"/>
            <a:ext cx="2880360" cy="2880360"/>
          </a:xfrm>
          <a:prstGeom prst="ellipse">
            <a:avLst/>
          </a:prstGeom>
          <a:solidFill>
            <a:srgbClr val="C3CDD5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visibilité sur ta rentabilité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132588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65100" tIns="165100" rIns="165100" bIns="16510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prendre une décision :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risques si rien ne change dans les 6 prochains mois, pour toi, ta boîte et ta famille ?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Préfères-tu continuer à tout porter seul, ou être accompagné pour structurer ton organisation ?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Souhaites-tu qu'on se lance ensemble ? (Sinon, j'aimerais comprendre ce qui te ferait hésiter.)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Marchand Rénovation  ·  Christophe Lachaud OBM  |  le 18/07/2026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23360" y="8229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DCE3F3"/>
          </a:solidFill>
          <a:ln w="12700">
            <a:solidFill>
              <a:srgbClr val="B5B5B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8686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Lachaud - OBM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• Pilotage opérationnel • Développement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J'accompagne les dirigeants du BTP dans la structuration, la coordination et l'optimisation de leur activité.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 : 07 62 00 86 19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: contact@christophe-obm.com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: [À COMPLÉTER]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2026-07-18T11:22:14Z</dcterms:created>
  <dcterms:modified xsi:type="dcterms:W3CDTF">2026-07-18T11:22:14Z</dcterms:modified>
</cp:coreProperties>
</file>