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</a:t>
            </a:r>
            <a:endParaRPr lang="en-US" sz="34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[CLIENT / SOCIÉTÉ] du [DATE]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6692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- OBM</a:t>
            </a:r>
            <a:endParaRPr lang="en-US" sz="20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• Pilotage opérationnel • Développement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Ce qui existe déjà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🎬  Une activité construite avec le temps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[Années d'expérience, expertise principale]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[Deuxième expertise / corde à l'arc]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[Réseau, partenaires, atouts mobilisables]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[Phrase forte du prospect]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📈  Une entreprise qui a trouvé son équilibre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[Chiffre d'affaires atteint]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[Répartition des sources de revenu]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[Nouveautés récemment lancées]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n'es pas au début de ton histoire. Tu as construit [rappel des forces].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L'équilibre qui s'est rompu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📉  Une dynamique qui s'est inversée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qui marchait avant et ne marche plus]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[Nature du problème actuel]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[Évolution du CA / de l'activité]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du problème]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⚠  Les premiers signes d'alerte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[Métrique alarmante]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[Conséquence directe : trésorerie, temps…]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L'activité existe toujours, mais l'équilibre qui permettait de se développer sereinement s'est rompu.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Ce qui est réellement en train de se jouer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💼  Au-delà du [symptôme visible]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[Conséquence 1]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[Conséquence 2]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[Conséquence 3]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de l'inquiétude]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😟  Une incertitude qui grandit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[Impact psychologique / décisionnel]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[Scénario de repli : sommeil, salariat, abandon]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dépasse [le symptôme]. C'est [l'enjeu profond].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Ce que tu cherches réellement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[Aspiration principale]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qu'il veut continuer à faire]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qui le motive vraiment]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de l'aspiration]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🌿  Ce que tu veux préserver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[Valeur 1 : indépendance, liberté, sens]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[Valeur 2]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[Valeur 3]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tu cherches n'est pas seulement [l'argent]. C'est [l'aspiration profonde].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L'équation difficile à résoudre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🚫  Ce que tu refuses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qu'il ne veut pas devenir ou faire]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à quoi il refuse de renoncer]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du blocage]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⚠  Ce qui te freine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[Blocage 1]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[Blocage 2 : ex. rejet de la prospection classique]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 manques ni d'envie ni d'expertise. La difficulté est de [te développer sans te trahir].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Les arbitrages structurants des prochains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Ce qui devient indispensable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[Priorité 1]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[Priorité 2]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[Priorité 3]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du prospect]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Sans renoncer à ce qui fait ta différence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[Ce qu'il faut absolument préserver]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prochains mois consistent à faire des choix cohérents avec [sa manière de travailler].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Le vrai enjeu derrière tout ça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Tu maîtrises ton métier…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[Ses compétences réelles]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[Ses atouts, son réseau]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clé du prospect]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🧩  …mais ton développement repose sur des opportunités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[Sources subies : bouche-à-oreille, hasard, recommandations…]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n'as pas besoin de réinventer ton métier. L'enjeu est de construire un développement plus visible, régulier et prévisible.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Pourquoi un regard extérieur fait gagner du temps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🧭  Prendre du recul avant d'agir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Comprendre ce qui fonctionne déjà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Identifier ce qui freine réellement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Faire le tri entre idées, urgences et priorités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du prospect]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🎯  Clarifier pour construire la suite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Définir une direction réaliste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Prioriser les premières actions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Poser les bases d'un système adapté à ta façon de travailler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regard extérieur ne donne pas les réponses à ta place. Il aide à prendre du recul et à construire une trajectoire cohérente.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Et si [CLIENT] retrouvait [le résultat souhaité]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4747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✨  [Une activité / situation transformée]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[Bénéfice concret 1]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[Bénéfice concret 2]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[Bénéfice concret 3]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3474720" cy="347472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[Verbatim de projection] 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0" y="1325880"/>
            <a:ext cx="35661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❤  Un dirigeant qui retrouve [la maîtrise]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[Bénéfice personnel 1]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2A2A2A"/>
                </a:solidFill>
              </a:rPr>
              <a:t>[Bénéfice personnel 2]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5120640"/>
            <a:ext cx="7955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de permettre à [CLIENT] de [résultat durable] sans renoncer à ce qui fait sa valeur.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L'offre Intensive — Phase 1 (30 jours)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A1A1A"/>
                </a:solidFill>
              </a:rPr>
              <a:t>📍  Déroulé sur 30 jours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 1 : Atelier Onboarding (2h) + questionnaire de découverte + canal de communication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Semaines 2-3 : Weekly Focus (lundi) &amp; Weekly Reset (vendredi), vision, audit de productivité, flux de revenus, parcours client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</a:rPr>
              <a:t>Semaine 4 : Atelier Restitution (2h), synthèse, plan d'action et roadmap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5669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50" b="1" dirty="0">
                <a:solidFill>
                  <a:srgbClr val="1A1A1A"/>
                </a:solidFill>
              </a:rPr>
              <a:t>📦  Livrables inclus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Synthèse stratégique personnalisée (L'Essentiel)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Vision d'entreprise clarifiée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Audit de productivité (garder / déléguer / systématiser / arrêter)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Évaluation des flux de revenus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Cartographie du parcours client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Roadmap d'action priorisée</a:t>
            </a:r>
            <a:endParaRPr lang="en-US" sz="15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A2A2A"/>
                </a:solidFill>
              </a:rPr>
              <a:t>Quick wins activables immédiatement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65760" y="512064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30 jours, on passe d'un développement subi à une direction claire et un plan d'action priorisé.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La prolongation — Phase 2 (60 jours)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114300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📍  Déployer et piloter (60 jours)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Mise en œuvre progressive des actions définies dans la roadmap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Suivi des indicateurs et ajustements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Points de pilotage réguliers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Accompagnement opérationnel dans la durée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2A2A2A"/>
                </a:solidFill>
              </a:rPr>
              <a:t>[Livrables spécifiques selon le cas : CRM organisé, trame de prospection, calendrier d'actions…]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512064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accompagné jusqu'à ce que la méthode devienne une habitude, pas juste un document rangé dans un tiroir.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Déroulé et investissement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486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📅  Durée de la mission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3 mois d'accompagnement opérationnel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Phase 1 — Intensive (30 jours)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</a:rPr>
              <a:t>Phase 2 — Déploiement et pilotage (60 jours)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0" y="1325880"/>
            <a:ext cx="56692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A1A1A"/>
                </a:solidFill>
              </a:rPr>
              <a:t>💰  Investissement : 2 650 € / mois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Phase 1 (Intensive, 30 jours) : 2 650 €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Phase 2 (prolongation, 60 jours) : 5 300 €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Soit 7 950 € pour la mission complète</a:t>
            </a:r>
            <a:endParaRPr lang="en-US" sz="17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</a:rPr>
              <a:t>Tarifs nets de TVA — TVA non applicable, art. 293 B du CGI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5120640"/>
            <a:ext cx="11430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</p:spPr>
        <p:txBody>
          <a:bodyPr wrap="square" lIns="139700" tIns="139700" rIns="139700" bIns="1397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À RETENIR :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investissement mensuel prévisible, aligné sur un accompagnement qui installe une méthode durable.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60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Notre objectif ensemble sur les prochains mois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880360" cy="2880360"/>
          </a:xfrm>
          <a:prstGeom prst="ellipse">
            <a:avLst/>
          </a:prstGeom>
          <a:solidFill>
            <a:srgbClr val="E1969B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[Objectif 1 : ex. visibilité &amp; sérénité financière]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2880360" cy="2880360"/>
          </a:xfrm>
          <a:prstGeom prst="ellipse">
            <a:avLst/>
          </a:prstGeom>
          <a:solidFill>
            <a:srgbClr val="CBD9C4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[Objectif 2 : ex. acquisition plus régulière]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971800"/>
            <a:ext cx="2880360" cy="2880360"/>
          </a:xfrm>
          <a:prstGeom prst="ellipse">
            <a:avLst/>
          </a:prstGeom>
          <a:solidFill>
            <a:srgbClr val="C3CDD5"/>
          </a:solidFill>
          <a:ln/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[Objectif 3 : ex. moyens de continuer à investir]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0" y="132588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</a:ln>
        </p:spPr>
        <p:txBody>
          <a:bodyPr wrap="square" lIns="165100" tIns="165100" rIns="165100" bIns="16510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prendre une décision :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risques si rien ne change dans les prochains mois, pour toi et ta société ?</a:t>
            </a:r>
            <a:endParaRPr lang="en-US" sz="17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Souhaites-tu continuer seul, ou préfères-tu être accompagné pour structurer ton développement ?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Souhaites-tu qu'on se lance ensemble ? (Sinon, j'aimerais comprendre ce qui te ferait hésiter.)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4846320" y="914400"/>
            <a:ext cx="7342632" cy="5943600"/>
          </a:xfrm>
          <a:prstGeom prst="rtTriangle">
            <a:avLst/>
          </a:prstGeom>
          <a:solidFill>
            <a:srgbClr val="DCE3F3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6437376"/>
            <a:ext cx="4572000" cy="0"/>
          </a:xfrm>
          <a:prstGeom prst="line">
            <a:avLst/>
          </a:prstGeom>
          <a:noFill/>
          <a:ln w="12700">
            <a:solidFill>
              <a:srgbClr val="B5B5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64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stratégique  |  Société [CLIENT]  ·  Christophe Lachaud OBM  |  le [DATE]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23360" y="8229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DCE3F3"/>
          </a:solidFill>
          <a:ln w="12700">
            <a:solidFill>
              <a:srgbClr val="B5B5B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686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- OBM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• Pilotage opérationnel • Développement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J'accompagne les dirigeants dans la structuration, la coordination et l'optimisation de leur activité.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 : 07 62 00 86 19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: contact@christophe-obm.com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: [À COMPLÉTER]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2026-07-18T11:08:33Z</dcterms:created>
  <dcterms:modified xsi:type="dcterms:W3CDTF">2026-07-18T11:08:33Z</dcterms:modified>
</cp:coreProperties>
</file>